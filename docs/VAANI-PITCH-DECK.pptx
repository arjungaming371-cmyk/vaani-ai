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108960" cy="3108960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4" name="Text 2"/>
          <p:cNvSpPr/>
          <p:nvPr/>
        </p:nvSpPr>
        <p:spPr>
          <a:xfrm>
            <a:off x="4069080" y="6400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🎙️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VAANI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agent that answers every business enquiry — by voice and WhatsApp,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Telugu, Hindi, and English. Instantly. Always.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Takeover Hackathon 2026</a:t>
            </a:r>
            <a:pPr algn="ctr" indent="0" marL="0">
              <a:buNone/>
            </a:pPr>
            <a:r>
              <a:rPr lang="en-US" sz="13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Theme 2: AI Automation &amp; Intelligent 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[YOUR TEAM NAME + MEMBERS]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Businesses lose customers while nobody answers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1E3A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SME enquiries never get a timely follow-up — the lead goes cold or goes to a competitor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1E3A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₹15–25K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for ONE telecaller — who works 8 hours, in 1–2 languages, and still misses calls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E1E3A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customers prefer speaking their own language — most tools only type English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problem statements — Theme 2 &amp; 3:  </a:t>
            </a:r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“Businesses cannot provide instant responses to customer queries” · “Businesses lose potential customers because enquiries are not followed up efficiently.”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Who: 63M+ Indian MSMEs — clinics, coaching centres, real estate, retail, services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Vaani: an AI front-desk that never sleeps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66928" cy="566928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2344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voice call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5636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conversation in the caller's language — auto-detected Telugu / Hindi / English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488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on WhatsApp instantly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4780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Meta Cloud API — replies inside the 24-hour window are free and unlimited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66928" cy="566928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90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0632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Qualifies every lead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3924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right questions, extracts name, need &amp; budget, scores intent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66928" cy="566928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977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drops a follow-up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068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booking / application links, schedules reminders, escalates hot leads to the owner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· One agent, two channels, one shared memory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" y="18288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1E3A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965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8912" y="233172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or messages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39696" y="18288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1E3A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1965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94560" y="233172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→ text,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detected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30168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95344" y="18288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1E3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965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8B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50208" y="233172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understands, decides,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(self-hosted)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85816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650992" y="18288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1E3A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965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/ WhatsApp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05856" y="233172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voice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message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41464" y="228600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1E1E3A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9659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61504" y="233172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+ transcript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for the owner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Save-first design: every enquiry is stored BEFORE the AI runs — an AI failure can never lose a customer.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memory: a customer who calls, then messages on WhatsApp, is remembered as ONE relationship.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voice + chat share one brain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voice 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 · Hindi · English, auto-detected per caller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900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per business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900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Clinic, coaching, real estate — change the script, not the code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898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Cross-channel memory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3640" y="2103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WhatsApp = one conversation history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90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self-hosted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436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STT &amp; data on the business's own machine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2990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✓✓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290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delivery tracking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2900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ticks &amp; call outcomes on the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9900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Race-safe engineering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locks, atomic one-time links, webhook dedupe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· production patterns, not a demo hack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Dashboard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40480" y="1234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· TypeScript · React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636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0" y="16367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· Llama 3.1 8B (self-hosted)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40480" y="20391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(self-hosted, Python)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0" y="24414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TTS — Telugu / Hindi / English voices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40480" y="28437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(advisory locks, transactions)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Telephony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3246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Exotel webhooks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6484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40480" y="36484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Business Cloud API (official)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0" y="40507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 · OAuth dashboard login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· zero per-token AI cost, customer data never leaves the server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E1E3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(5 min)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[VIDEO LINK]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E1E3A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🌐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0916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MVP + 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[MVP LINK]  ·  [GITHUB LINK]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demo: a live phone call in Telugu → lead appears on the dashboard → automatic WhatsApp booking link → status flips to Booked.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Vaani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538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Voice-first, not chat-only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379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solutions are chatbots. Vaani holds a real phone conversation — the channel Indian customers actually use.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132588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4538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= ₹0 per conversation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8379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per-token API bills. No customer data sent to foreign AI providers. Runs on a mini-PC.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540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any business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edits the agent's script from the dashboard — same product serves a clinic, a coaching centre, or a broker.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92608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1E1E3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0540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like production, not a hack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438144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signature verification, message dedupe, race-safe lead creation, save-first persistence.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 · impact: every enquiry answered in &lt;3s, 24×7, at ~1/20th the cost of one telecaller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E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Indian languages — Tamil, Kannada, Marathi, Bengali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campaigns — reminders, renewals, re-engagement of cold leads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packs — ready-made scripts for clinics, coaching, real estate, salons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— conversion funnels, peak-hour insights, agent quality scoring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million MSMEs. Three languages. One agent.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Vaani AI — build today, impact tomorrow.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[NAME] · [emails] · GitHub: [link]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Vaani AI — Takeover Hackathon 2026</dc:title>
  <dc:subject>PptxGenJS Presentation</dc:subject>
  <dc:creator>Team Vaani</dc:creator>
  <cp:lastModifiedBy>Team Vaani</cp:lastModifiedBy>
  <cp:revision>1</cp:revision>
  <dcterms:created xsi:type="dcterms:W3CDTF">2026-07-07T08:49:07Z</dcterms:created>
  <dcterms:modified xsi:type="dcterms:W3CDTF">2026-07-07T08:49:07Z</dcterms:modified>
</cp:coreProperties>
</file>